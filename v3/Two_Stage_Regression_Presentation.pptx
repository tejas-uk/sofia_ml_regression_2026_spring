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REGRESSION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a Heavy-Tailed Target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0779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Sign-Coupled Two-Stage Model — How submission_ts_signc_s06.csv won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23E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245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0.07434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private R² (winner)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40690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23E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42245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sign-coupled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4983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+ borrowed sign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40690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23E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42245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5-fold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4983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read the median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40690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23E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42245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±3,300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915400" y="4983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range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University · Machine Learning · Spring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a continuous target from 15 anonymous features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2057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B5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109728" cy="2057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train rows · 2,500 test rows. 15 numeric features x0–x14 with no domain meaning. ~1–1.5% values missing per feature.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86400" cy="2057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B5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828800"/>
            <a:ext cx="109728" cy="2057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542032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the RAW target. 1.0 = perfect, 0 = predicting the mean, &lt; 0 = worse than the mean. Squared errors → the tail dominates.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5486400" cy="2057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B5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4160520"/>
            <a:ext cx="109728" cy="2057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4873752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submissions/day. Public slice scores the live board; a hidden PRIVATE slice decides the final rank. Keep a high-upside bet AND a safe hedge.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17920" y="4160520"/>
            <a:ext cx="5486400" cy="2057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B5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4160520"/>
            <a:ext cx="109728" cy="2057400"/>
          </a:xfrm>
          <a:prstGeom prst="rect">
            <a:avLst/>
          </a:prstGeom>
          <a:solidFill>
            <a:srgbClr val="55A868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37960" y="4873752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the baseline of 0.040. Final private result: 0.07434 (the sign-coupled model).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ML · Spring 2026 · Sign-Coupled Two-Stage Regression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 fact that controls everything</a:t>
            </a:r>
            <a:endParaRPr lang="en-US" sz="2900" dirty="0"/>
          </a:p>
        </p:txBody>
      </p:sp>
      <p:pic>
        <p:nvPicPr>
          <p:cNvPr id="5" name="Image 0" descr="/sessions/focused-determined-sagan/mnt/outputs/figs/01_target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00200"/>
            <a:ext cx="1005840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5486400"/>
            <a:ext cx="109728" cy="84124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486400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3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is built on squared errors, so the ~84 giant rows (3.4%) dominate the score. Model the tail acceptably and the score moves; nail the other 96% but botch the tail and it barely budges.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ML · Spring 2026 · Sign-Coupled Two-Stage Regression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Off-the-chart skew and kurtosis</a:t>
            </a:r>
            <a:endParaRPr lang="en-US" sz="2900" dirty="0"/>
          </a:p>
        </p:txBody>
      </p:sp>
      <p:pic>
        <p:nvPicPr>
          <p:cNvPr id="5" name="Image 0" descr="/sessions/focused-determined-sagan/mnt/outputs/figs/02_skew_ku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91640"/>
            <a:ext cx="923544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5486400"/>
            <a:ext cx="109728" cy="84124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486400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13.6 and kurtosis 708 vs. 0 for a bell curve. The extreme tail IS the signal the metric rewards — and also what destabilises training.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ML · Spring 2026 · Sign-Coupled Two-Stage Regression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features barely correlate with the target</a:t>
            </a:r>
            <a:endParaRPr lang="en-US" sz="2900" dirty="0"/>
          </a:p>
        </p:txBody>
      </p:sp>
      <p:pic>
        <p:nvPicPr>
          <p:cNvPr id="5" name="Image 0" descr="/sessions/focused-determined-sagan/mnt/outputs/figs/03_feat_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645920"/>
            <a:ext cx="795528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5486400"/>
            <a:ext cx="109728" cy="84124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486400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 </a:t>
            </a:r>
            <a:pPr indent="0" marL="0">
              <a:buNone/>
            </a:pPr>
            <a:r>
              <a:rPr lang="en-US" sz="13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carries signal (max |r| ≈ 0.06). Linear models on raw features cap near 0.03 — signal must live in curvature and interactions.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ML · Spring 2026 · Sign-Coupled Two-Stage Regression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signal hides in x9 — curved, and as a multiplier</a:t>
            </a:r>
            <a:endParaRPr lang="en-US" sz="2900" dirty="0"/>
          </a:p>
        </p:txBody>
      </p:sp>
      <p:pic>
        <p:nvPicPr>
          <p:cNvPr id="5" name="Image 0" descr="/sessions/focused-determined-sagan/mnt/outputs/figs/04_x9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45920"/>
            <a:ext cx="1005840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5486400"/>
            <a:ext cx="109728" cy="84124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486400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 </a:t>
            </a:r>
            <a:pPr indent="0" marL="0">
              <a:buNone/>
            </a:pPr>
            <a:r>
              <a:rPr lang="en-US" sz="13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x9 has a curved (diminishing) relationship, and x9 × other-features beat every raw feature. x11 is near-zero alone but strongest once multiplied by x9 — a latent 'direction' gate.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ML · Spring 2026 · Sign-Coupled Two-Stage Regression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raw → 28 features: curvature + interactions</a:t>
            </a:r>
            <a:endParaRPr lang="en-US" sz="2900" dirty="0"/>
          </a:p>
        </p:txBody>
      </p:sp>
      <p:pic>
        <p:nvPicPr>
          <p:cNvPr id="5" name="Image 0" descr="/sessions/focused-determined-sagan/mnt/outputs/figs/05_engine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00200"/>
            <a:ext cx="61264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1691640"/>
            <a:ext cx="4937760" cy="960120"/>
          </a:xfrm>
          <a:prstGeom prst="rect">
            <a:avLst/>
          </a:prstGeom>
          <a:solidFill>
            <a:srgbClr val="F4F7FA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22592" y="19842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7022592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43800" y="17830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x9²
</a:t>
            </a:r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diminishing-returns curve a straight line can't. (log rejected — x9 goes negative.)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858000" y="2752344"/>
            <a:ext cx="4937760" cy="960120"/>
          </a:xfrm>
          <a:prstGeom prst="rect">
            <a:avLst/>
          </a:prstGeom>
          <a:solidFill>
            <a:srgbClr val="F4F7FA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22592" y="30449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02259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43800" y="284378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× x9 interactions
</a:t>
            </a:r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x9 acts as a multiplier; x9×x11 (r=0.16) is stronger than any raw feature.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858000" y="3813048"/>
            <a:ext cx="4937760" cy="960120"/>
          </a:xfrm>
          <a:prstGeom prst="rect">
            <a:avLst/>
          </a:prstGeom>
          <a:solidFill>
            <a:srgbClr val="F4F7FA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22592" y="41056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7022592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43800" y="390448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x11 interactions
</a:t>
            </a:r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x11 is a latent amplifier — weak alone, strong gating others.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858000" y="4873752"/>
            <a:ext cx="4937760" cy="960120"/>
          </a:xfrm>
          <a:prstGeom prst="rect">
            <a:avLst/>
          </a:prstGeom>
          <a:solidFill>
            <a:srgbClr val="F4F7FA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22592" y="5166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7022592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43800" y="496519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rule |r| &gt; 0.04
</a:t>
            </a:r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n=2,500 that's the noise floor. All 105 pairwise terms were tested — the extras only added noise and hurt.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ML · Spring 2026 · Sign-Coupled Two-Stage Regression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Leak-free pipeline, fit on train only</a:t>
            </a:r>
            <a:endParaRPr lang="en-US" sz="2900" dirty="0"/>
          </a:p>
        </p:txBody>
      </p:sp>
      <p:pic>
        <p:nvPicPr>
          <p:cNvPr id="5" name="Image 0" descr="/sessions/focused-determined-sagan/mnt/outputs/figs/06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1088136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5486400"/>
            <a:ext cx="109728" cy="84124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486400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trick:  </a:t>
            </a:r>
            <a:pPr indent="0" marL="0">
              <a:buNone/>
            </a:pPr>
            <a:r>
              <a:rPr lang="en-US" sz="13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impute (features are MCAR &amp; independent), engineer, standard-scale, then CLIP the training target to ±2000 — tame the giants while the model learns, but always GRADE on raw.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ML · Spring 2026 · Sign-Coupled Two-Stage Regression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Two-stage: detect first, then route to a specialist</a:t>
            </a:r>
            <a:endParaRPr lang="en-US" sz="2900" dirty="0"/>
          </a:p>
        </p:txBody>
      </p:sp>
      <p:pic>
        <p:nvPicPr>
          <p:cNvPr id="5" name="Image 0" descr="/sessions/focused-determined-sagan/mnt/outputs/figs/07_architecture_si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1060704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5486400"/>
            <a:ext cx="109728" cy="84124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486400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 </a:t>
            </a:r>
            <a:pPr indent="0" marL="0">
              <a:buNone/>
            </a:pPr>
            <a:r>
              <a:rPr lang="en-US" sz="13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model can't handle both the calm majority and the rare giants. Stage 1 flags likely-giant rows; Stage 2 blends a stable normal model with a specialist extreme model, weighted by how likely each row is to be a giant.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ML · Spring 2026 · Sign-Coupled Two-Stage Regression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5-fold cross-validation actually runs</a:t>
            </a:r>
            <a:endParaRPr lang="en-US" sz="2900" dirty="0"/>
          </a:p>
        </p:txBody>
      </p:sp>
      <p:pic>
        <p:nvPicPr>
          <p:cNvPr id="5" name="Image 0" descr="/sessions/focused-determined-sagan/mnt/outputs/figs/10b_kf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1088136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5486400"/>
            <a:ext cx="109728" cy="84124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486400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median, not the mean:  </a:t>
            </a:r>
            <a:pPr indent="0" marL="0">
              <a:buNone/>
            </a:pPr>
            <a:r>
              <a:rPr lang="en-US" sz="13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refits the WHOLE model (backbone + magnitude Ridge + classifier) on 4 folds and scores the 5th. One held-out fold of unseen giants collapses, so the mean misleads — the median is what tracks the real board.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ML · Spring 2026 · Sign-Coupled Two-Stage Regression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detector works; the magnitude is the risk</a:t>
            </a:r>
            <a:endParaRPr lang="en-US" sz="2900" dirty="0"/>
          </a:p>
        </p:txBody>
      </p:sp>
      <p:pic>
        <p:nvPicPr>
          <p:cNvPr id="5" name="Image 0" descr="/sessions/focused-determined-sagan/mnt/outputs/figs/08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45920"/>
            <a:ext cx="1005840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5486400"/>
            <a:ext cx="109728" cy="84124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486400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of signc_s06:  </a:t>
            </a:r>
            <a:pPr indent="0" marL="0">
              <a:buNone/>
            </a:pPr>
            <a:r>
              <a:rPr lang="en-US" sz="13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Extremes ARE detectable (AUC 0.82). Four folds reach 0.06–0.12 but fold-2 craters to −1.82 (unseen giants, wrong size). Median 0.082 ≫ mean −0.298 — a high-upside, fat-tail bet.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ML · Spring 2026 · Sign-Coupled Two-Stage Regression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submission_ts_signc_s06.csv → private R² 0.07434</a:t>
            </a:r>
            <a:endParaRPr lang="en-US" sz="2900" dirty="0"/>
          </a:p>
        </p:txBody>
      </p:sp>
      <p:pic>
        <p:nvPicPr>
          <p:cNvPr id="5" name="Image 0" descr="/sessions/focused-determined-sagan/mnt/outputs/figs/09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45920"/>
            <a:ext cx="1005840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5486400"/>
            <a:ext cx="109728" cy="84124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486400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 </a:t>
            </a:r>
            <a:pPr indent="0" marL="0">
              <a:buNone/>
            </a:pPr>
            <a:r>
              <a:rPr lang="en-US" sz="1300" dirty="0">
                <a:solidFill>
                  <a:srgbClr val="E8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scoring punished the bold predictions, but the PRIVATE slice behaved like a typical (good) fold — so the aggressive bet landed at 0.07434, almost exactly its CV median (0.082). The median was right all along.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ML · Spring 2026 · Sign-Coupled Two-Stage Regression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made the submission win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166360" cy="1645920"/>
          </a:xfrm>
          <a:prstGeom prst="rect">
            <a:avLst/>
          </a:prstGeom>
          <a:solidFill>
            <a:srgbClr val="123E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331720"/>
            <a:ext cx="502920" cy="50292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3042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training to the metric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9443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(in clipped form) on the raw target you're graded on — don't ace a transformed proxy.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5166360" cy="1645920"/>
          </a:xfrm>
          <a:prstGeom prst="rect">
            <a:avLst/>
          </a:prstGeom>
          <a:solidFill>
            <a:srgbClr val="123E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331720"/>
            <a:ext cx="502920" cy="50292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23042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Sign-couple the specialist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29443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extreme model size the giants; borrow their SIGN from the stable backbone to kill the worst errors.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5166360" cy="1645920"/>
          </a:xfrm>
          <a:prstGeom prst="rect">
            <a:avLst/>
          </a:prstGeom>
          <a:solidFill>
            <a:srgbClr val="123E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4206240"/>
            <a:ext cx="502920" cy="50292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41788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per-fold MEDIAN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8188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(−0.30) said reject; the median (0.082) said winner. One collapsed fold poisons the mean.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3977640"/>
            <a:ext cx="5166360" cy="1645920"/>
          </a:xfrm>
          <a:prstGeom prst="rect">
            <a:avLst/>
          </a:prstGeom>
          <a:solidFill>
            <a:srgbClr val="123E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206240"/>
            <a:ext cx="502920" cy="50292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1788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≠ private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29400" y="48188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predictions lost publicly but won on the hidden private slice (0.07434) — keep the high-upside bet.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private R²  0.07434  ·  best entry  ·  ~2× the 0.040 baseline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Sign-Coupled Two-Stage Regression — Sofia ML Spring 2026</dc:title>
  <dc:subject>PptxGenJS Presentation</dc:subject>
  <dc:creator>Tej</dc:creator>
  <cp:lastModifiedBy>Tej</cp:lastModifiedBy>
  <cp:revision>1</cp:revision>
  <dcterms:created xsi:type="dcterms:W3CDTF">2026-06-13T23:53:42Z</dcterms:created>
  <dcterms:modified xsi:type="dcterms:W3CDTF">2026-06-13T23:53:42Z</dcterms:modified>
</cp:coreProperties>
</file>